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2892" userDrawn="1">
          <p15:clr>
            <a:srgbClr val="A4A3A4"/>
          </p15:clr>
        </p15:guide>
      </p15:sldGuideLst>
    </p:ext>
  </p:extLst>
</p:presentation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E4C1275144139772E1F4C16AF6303B54_42</vt:lpwstr>
  </property>
  <property fmtid="{D5CDD505-2E9C-101B-9397-08002B2CF9AE}" pid="3" name="KSOProductBuildVer">
    <vt:lpwstr>2052-12.1.23540.23540</vt:lpwstr>
  </property>
</Properties>
</file>